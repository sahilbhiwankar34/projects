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0" r:id="rId8"/>
    <p:sldId id="263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Recruitment &amp; HR Analytics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Sahil Bhiwankar || CS24106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Analyze recruitment data across major tech companies</a:t>
            </a:r>
          </a:p>
          <a:p>
            <a:pPr lvl="1"/>
            <a:r>
              <a:t>Visualize quarter-wise hiring trends</a:t>
            </a:r>
          </a:p>
          <a:p>
            <a:pPr lvl="1"/>
            <a:r>
              <a:t>Identify highest recruitment growth</a:t>
            </a:r>
          </a:p>
          <a:p>
            <a:pPr lvl="1"/>
            <a:r>
              <a:t>Interactive Streamlit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⚙ </a:t>
            </a:r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Python – Core programming</a:t>
            </a:r>
          </a:p>
          <a:p>
            <a:pPr lvl="1"/>
            <a:r>
              <a:rPr dirty="0"/>
              <a:t>Pandas – Data processing</a:t>
            </a:r>
          </a:p>
          <a:p>
            <a:pPr lvl="1"/>
            <a:r>
              <a:rPr dirty="0" err="1"/>
              <a:t>Matplotlib</a:t>
            </a:r>
            <a:r>
              <a:rPr dirty="0"/>
              <a:t> – Grouped Bar Chart</a:t>
            </a:r>
          </a:p>
          <a:p>
            <a:pPr lvl="1"/>
            <a:r>
              <a:rPr dirty="0" err="1"/>
              <a:t>Streamlit</a:t>
            </a:r>
            <a:r>
              <a:rPr dirty="0"/>
              <a:t> – Web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✨ 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Company-wise total hiring analysis</a:t>
            </a:r>
          </a:p>
          <a:p>
            <a:pPr lvl="1"/>
            <a:r>
              <a:t>Role-wise grouping</a:t>
            </a:r>
          </a:p>
          <a:p>
            <a:pPr lvl="1"/>
            <a:r>
              <a:t>Quarter comparison visualization</a:t>
            </a:r>
          </a:p>
          <a:p>
            <a:pPr lvl="1"/>
            <a:r>
              <a:t>Growth percentage calculation</a:t>
            </a:r>
          </a:p>
          <a:p>
            <a:pPr lvl="1"/>
            <a:r>
              <a:t>Interactive filters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smtClean="0"/>
              <a:t>🖥</a:t>
            </a:r>
            <a:r>
              <a:rPr sz="2700" dirty="0" smtClean="0"/>
              <a:t>Recruitment </a:t>
            </a:r>
            <a:r>
              <a:rPr sz="2700" dirty="0"/>
              <a:t>Portal Dashboard </a:t>
            </a:r>
            <a:r>
              <a:rPr sz="2700" dirty="0" smtClean="0"/>
              <a:t>Preview</a:t>
            </a:r>
            <a:r>
              <a:rPr lang="en-US" sz="2700" dirty="0" smtClean="0"/>
              <a:t/>
            </a:r>
            <a:br>
              <a:rPr lang="en-US" sz="2700" dirty="0" smtClean="0"/>
            </a:br>
            <a:endParaRPr sz="27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170664"/>
            <a:ext cx="6819900" cy="3861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89" y="712231"/>
            <a:ext cx="5724511" cy="25286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3240844"/>
            <a:ext cx="5664200" cy="308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89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📈 Hiring Trends Visualization</a:t>
            </a:r>
          </a:p>
        </p:txBody>
      </p:sp>
      <p:pic>
        <p:nvPicPr>
          <p:cNvPr id="3" name="Picture 2" descr="hiring_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2514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Integration with real-time HR databases</a:t>
            </a:r>
          </a:p>
          <a:p>
            <a:pPr lvl="1"/>
            <a:r>
              <a:t>Machine Learning model for hiring prediction</a:t>
            </a:r>
          </a:p>
          <a:p>
            <a:pPr lvl="1"/>
            <a:r>
              <a:t>Cloud deployment for global access</a:t>
            </a:r>
          </a:p>
          <a:p>
            <a:pPr lvl="1"/>
            <a:r>
              <a:t>User authentication &amp; multi-user system</a:t>
            </a:r>
          </a:p>
          <a:p>
            <a:pPr lvl="1"/>
            <a:r>
              <a:t>Advanced interactive visualizations (Plotly)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Provides data-driven HR insights</a:t>
            </a:r>
          </a:p>
          <a:p>
            <a:pPr lvl="1"/>
            <a:r>
              <a:t>Helps organizations compare hiring performance</a:t>
            </a:r>
          </a:p>
          <a:p>
            <a:pPr lvl="1"/>
            <a:r>
              <a:t>Supports strategic recruitment planning</a:t>
            </a:r>
          </a:p>
          <a:p>
            <a:pPr lvl="1"/>
            <a:r>
              <a:t>Scalable for real-world implementation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</TotalTime>
  <Words>125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Austin</vt:lpstr>
      <vt:lpstr>Recruitment &amp; HR Analytics Portal</vt:lpstr>
      <vt:lpstr>📊 Project Overview</vt:lpstr>
      <vt:lpstr>⚙ Technology Stack</vt:lpstr>
      <vt:lpstr>✨ Portal Features</vt:lpstr>
      <vt:lpstr>🖥Recruitment Portal Dashboard Preview </vt:lpstr>
      <vt:lpstr>PowerPoint Presentation</vt:lpstr>
      <vt:lpstr>📈 Hiring Trends Visualization</vt:lpstr>
      <vt:lpstr>🚀 Future Scope</vt:lpstr>
      <vt:lpstr>🏆 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Recruitment &amp; HR Analytics Portal</dc:title>
  <dc:creator>Asus</dc:creator>
  <dc:description>generated using python-pptx</dc:description>
  <cp:lastModifiedBy>Asus</cp:lastModifiedBy>
  <cp:revision>2</cp:revision>
  <dcterms:created xsi:type="dcterms:W3CDTF">2013-01-27T09:14:16Z</dcterms:created>
  <dcterms:modified xsi:type="dcterms:W3CDTF">2026-03-03T15:02:26Z</dcterms:modified>
</cp:coreProperties>
</file>